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1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9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3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7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8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11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5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88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4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2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741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7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9300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97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45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9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30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Telecom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Architecture, Code Logic &amp;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telecom user behavior</a:t>
            </a:r>
          </a:p>
          <a:p>
            <a:r>
              <a:t>Identify high-value customers</a:t>
            </a:r>
          </a:p>
          <a:p>
            <a:r>
              <a:t>Improve network experience</a:t>
            </a:r>
          </a:p>
          <a:p>
            <a:r>
              <a:t>Predict user satisfaction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Data Source (</a:t>
            </a:r>
            <a:r>
              <a:rPr dirty="0" err="1"/>
              <a:t>xDR</a:t>
            </a:r>
            <a:r>
              <a:rPr dirty="0"/>
              <a:t> logs)</a:t>
            </a:r>
          </a:p>
          <a:p>
            <a:pPr marL="0" indent="0">
              <a:buNone/>
            </a:pPr>
            <a:r>
              <a:rPr dirty="0"/>
              <a:t>   ↓</a:t>
            </a:r>
          </a:p>
          <a:p>
            <a:r>
              <a:rPr dirty="0"/>
              <a:t>Data Processing (</a:t>
            </a:r>
            <a:r>
              <a:rPr dirty="0" err="1"/>
              <a:t>src</a:t>
            </a:r>
            <a:r>
              <a:rPr dirty="0"/>
              <a:t>/data)</a:t>
            </a:r>
          </a:p>
          <a:p>
            <a:pPr marL="0" indent="0">
              <a:buNone/>
            </a:pPr>
            <a:r>
              <a:rPr dirty="0"/>
              <a:t>   ↓</a:t>
            </a:r>
          </a:p>
          <a:p>
            <a:r>
              <a:rPr dirty="0"/>
              <a:t>Analysis Modules (overview, engagement, experience)</a:t>
            </a:r>
          </a:p>
          <a:p>
            <a:pPr marL="0" indent="0">
              <a:buNone/>
            </a:pPr>
            <a:r>
              <a:rPr dirty="0"/>
              <a:t>   ↓</a:t>
            </a:r>
          </a:p>
          <a:p>
            <a:r>
              <a:rPr dirty="0"/>
              <a:t>Satisfaction Modeling (satisfaction.py)</a:t>
            </a:r>
          </a:p>
          <a:p>
            <a:pPr marL="0" indent="0">
              <a:buNone/>
            </a:pPr>
            <a:r>
              <a:rPr dirty="0"/>
              <a:t>   ↓</a:t>
            </a:r>
          </a:p>
          <a:p>
            <a:r>
              <a:rPr dirty="0" err="1"/>
              <a:t>MLflow</a:t>
            </a:r>
            <a:r>
              <a:rPr dirty="0"/>
              <a:t> Tracking + Model Storage</a:t>
            </a:r>
          </a:p>
          <a:p>
            <a:pPr marL="0" indent="0">
              <a:buNone/>
            </a:pPr>
            <a:r>
              <a:rPr dirty="0"/>
              <a:t>   ↓</a:t>
            </a:r>
          </a:p>
          <a:p>
            <a:r>
              <a:rPr dirty="0"/>
              <a:t>API + </a:t>
            </a:r>
            <a:r>
              <a:rPr dirty="0" err="1"/>
              <a:t>Streamlit</a:t>
            </a:r>
            <a:r>
              <a:rPr dirty="0"/>
              <a:t>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src/: core logic</a:t>
            </a:r>
          </a:p>
          <a:p>
            <a:r>
              <a:t>  ├── data/: loading &amp; cleaning</a:t>
            </a:r>
          </a:p>
          <a:p>
            <a:r>
              <a:t>  ├── analysis/: metrics &amp; scoring</a:t>
            </a:r>
          </a:p>
          <a:p>
            <a:r>
              <a:t>api/: endpoints</a:t>
            </a:r>
          </a:p>
          <a:p>
            <a:r>
              <a:t>dashboard/: Streamlit UI</a:t>
            </a:r>
          </a:p>
          <a:p>
            <a:r>
              <a:t>models_artifacts/: saved models</a:t>
            </a:r>
          </a:p>
          <a:p>
            <a:r>
              <a:t>mlruns/: MLflow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overview.py: EDA (stats, handset trends, app usage)</a:t>
            </a:r>
          </a:p>
          <a:p>
            <a:r>
              <a:t>engagement.py: session freq, duration, traffic metrics</a:t>
            </a:r>
          </a:p>
          <a:p>
            <a:r>
              <a:t>experience.py: RTT, throughput, TCP analysis</a:t>
            </a:r>
          </a:p>
          <a:p>
            <a:r>
              <a:t>satisfaction.py: scoring + regression model</a:t>
            </a:r>
          </a:p>
          <a:p>
            <a:r>
              <a:t>main.py: pipeline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raw data</a:t>
            </a:r>
          </a:p>
          <a:p>
            <a:r>
              <a:t>Handle missing values (mean/imputation)</a:t>
            </a:r>
          </a:p>
          <a:p>
            <a:r>
              <a:t>Outlier removal (IQR)</a:t>
            </a:r>
          </a:p>
          <a:p>
            <a:r>
              <a:t>Feature engineering</a:t>
            </a:r>
          </a:p>
          <a:p>
            <a:r>
              <a:t>Store processed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Engagement Score: Based on session count, duration, traffic</a:t>
            </a:r>
          </a:p>
          <a:p>
            <a:r>
              <a:rPr dirty="0"/>
              <a:t>Experience Score:  Based on RTT, throughput, TCP retransmissions</a:t>
            </a:r>
            <a:r>
              <a:rPr lang="en-US" dirty="0"/>
              <a:t> .</a:t>
            </a:r>
            <a:r>
              <a:rPr dirty="0"/>
              <a:t>Clustering (</a:t>
            </a:r>
            <a:r>
              <a:rPr dirty="0" err="1"/>
              <a:t>KMeans</a:t>
            </a:r>
            <a:r>
              <a:rPr dirty="0"/>
              <a:t>) to group users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Satisfaction Model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satisfaction = avg(engagement_score, experience_score)</a:t>
            </a:r>
          </a:p>
          <a:p>
            <a:endParaRPr/>
          </a:p>
          <a:p>
            <a:r>
              <a:t>Model:</a:t>
            </a:r>
          </a:p>
          <a:p>
            <a:r>
              <a:t>GradientBoostingRegressor()</a:t>
            </a:r>
          </a:p>
          <a:p>
            <a:r>
              <a:t>Inputs: engagement + experience</a:t>
            </a:r>
          </a:p>
          <a:p>
            <a:r>
              <a:t>Output: satisfaction_score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MLOps &amp;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MLflow</a:t>
            </a:r>
            <a:r>
              <a:rPr dirty="0"/>
              <a:t>:</a:t>
            </a:r>
            <a:r>
              <a:rPr lang="en-US" dirty="0"/>
              <a:t> </a:t>
            </a:r>
            <a:r>
              <a:rPr dirty="0"/>
              <a:t>Log parameters, metrics, model</a:t>
            </a:r>
          </a:p>
          <a:p>
            <a:r>
              <a:rPr dirty="0"/>
              <a:t>Docker:</a:t>
            </a:r>
            <a:r>
              <a:rPr lang="en-US" dirty="0"/>
              <a:t> </a:t>
            </a:r>
            <a:r>
              <a:rPr dirty="0"/>
              <a:t>Reproducible environment</a:t>
            </a:r>
          </a:p>
          <a:p>
            <a:r>
              <a:rPr dirty="0"/>
              <a:t>Artifacts:</a:t>
            </a:r>
            <a:r>
              <a:rPr lang="en-US" dirty="0"/>
              <a:t> </a:t>
            </a:r>
            <a:r>
              <a:rPr dirty="0"/>
              <a:t>Stored in </a:t>
            </a:r>
            <a:r>
              <a:rPr dirty="0" err="1"/>
              <a:t>models_artifacts</a:t>
            </a:r>
            <a:r>
              <a:rPr dirty="0"/>
              <a:t>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→ Preprocessing → Feature Engineering</a:t>
            </a:r>
          </a:p>
          <a:p>
            <a:pPr marL="0" indent="0">
              <a:buNone/>
            </a:pPr>
            <a:r>
              <a:rPr dirty="0"/>
              <a:t>→ Clustering → Scoring → Model Training</a:t>
            </a:r>
          </a:p>
          <a:p>
            <a:pPr marL="0" indent="0">
              <a:buNone/>
            </a:pPr>
            <a:r>
              <a:rPr dirty="0"/>
              <a:t>→ </a:t>
            </a:r>
            <a:r>
              <a:rPr dirty="0" err="1"/>
              <a:t>MLflow</a:t>
            </a:r>
            <a:r>
              <a:rPr dirty="0"/>
              <a:t> Tracking → Deployment</a:t>
            </a:r>
          </a:p>
          <a:p>
            <a:pPr marL="0" indent="0">
              <a:buNone/>
            </a:pPr>
            <a:r>
              <a:rPr dirty="0"/>
              <a:t>→ Dashboard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294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Telecom Analytics Project</vt:lpstr>
      <vt:lpstr>Business Objective</vt:lpstr>
      <vt:lpstr>System Architecture</vt:lpstr>
      <vt:lpstr>Project Structure</vt:lpstr>
      <vt:lpstr>Key Scripts</vt:lpstr>
      <vt:lpstr>Data Pipeline</vt:lpstr>
      <vt:lpstr>Feature Engineering Logic</vt:lpstr>
      <vt:lpstr>Satisfaction Model Logic</vt:lpstr>
      <vt:lpstr>MLOps &amp; Tracking</vt:lpstr>
      <vt:lpstr>End-to-End Workflow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ARKO</dc:creator>
  <cp:keywords/>
  <dc:description>generated using python-pptx</dc:description>
  <cp:lastModifiedBy>Subharshi Das Purkayastha</cp:lastModifiedBy>
  <cp:revision>2</cp:revision>
  <dcterms:created xsi:type="dcterms:W3CDTF">2013-01-27T09:14:16Z</dcterms:created>
  <dcterms:modified xsi:type="dcterms:W3CDTF">2026-04-16T08:29:53Z</dcterms:modified>
  <cp:category/>
</cp:coreProperties>
</file>